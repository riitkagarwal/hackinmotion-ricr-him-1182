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B82F6"/>
                </a:solidFill>
              </a:defRPr>
            </a:pPr>
            <a:r>
              <a:t>SpenSight — Smart Financial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0F172A"/>
                </a:solidFill>
              </a:defRPr>
            </a:pPr>
            <a:r>
              <a:t>Theme: FinTech &amp; Personal Finance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Team: HackInMotion-RICR-HIM-1182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Members: Ritik Agarwal, Suraj Sahu, Rahul Verma, Khushi Pawar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B82F6"/>
                </a:solidFill>
              </a:defRPr>
            </a:pPr>
            <a:r>
              <a:t>Problem Statement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0F172A"/>
                </a:solidFill>
              </a:defRPr>
            </a:pPr>
            <a:r>
              <a:t>Problem: Traditional expense trackers lack actionable insights and async parsing.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Solution: Automated CSV transaction categorization, BullMQ worker processing, and real-time Health Score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B82F6"/>
                </a:solidFill>
              </a:defRPr>
            </a:pPr>
            <a:r>
              <a:t>System 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0F172A"/>
                </a:solidFill>
              </a:defRPr>
            </a:pPr>
            <a:r>
              <a:t>Frontend: Glassmorphic Responsive Dashboard + Chart.js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Backend: Node.js, Express, Redis BullMQ Queue Workers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Database: PostgreSQL (Neon Cloud) with Connection Pooling &amp; SSL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Security: JWT Authentication, bcrypt hashing, and protected endpoints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B82F6"/>
                </a:solidFill>
              </a:defRPr>
            </a:pPr>
            <a:r>
              <a:t>Key Features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0F172A"/>
                </a:solidFill>
              </a:defRPr>
            </a:pPr>
            <a:r>
              <a:t>1. Automated Transaction Rule Categorizer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2. Real-time Financial Health Score (0-100)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3. Background Asynchronous CSV Ingestion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4. Category-level Budget Monitoring &amp; Overspend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B82F6"/>
                </a:solidFill>
              </a:defRPr>
            </a:pPr>
            <a:r>
              <a:t>Deployment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0F172A"/>
                </a:solidFill>
              </a:defRPr>
            </a:pPr>
            <a:r>
              <a:t>Production Link: Available in README.md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Database Schema: PostgreSQL persistent schema</a:t>
            </a:r>
          </a:p>
          <a:p>
            <a:pPr>
              <a:defRPr sz="2000">
                <a:solidFill>
                  <a:srgbClr val="0F172A"/>
                </a:solidFill>
              </a:defRPr>
            </a:pPr>
            <a:r>
              <a:t>API Endpoints: Fully documented with Postman collection and REST specifications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